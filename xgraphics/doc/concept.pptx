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2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9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59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31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72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649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59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03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76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57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02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37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D4213-2879-43E3-ACE8-9D89CB984DF0}" type="datetimeFigureOut">
              <a:rPr lang="ko-KR" altLang="en-US" smtClean="0"/>
              <a:t>2020-04-09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8DC33-321D-4073-92F2-F0C080F1F3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86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X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 smtClean="0"/>
              <a:t>CUSTOMIZE HOMEWORLD2 FROM SCRATCH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53766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CONCEPT</a:t>
            </a:r>
            <a:endParaRPr lang="ko-KR" altLang="en-US" b="1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55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67145"/>
            <a:ext cx="124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CONCEPT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2182092" y="2888673"/>
            <a:ext cx="722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우주를 배경으로 함선과 함재기를 조정하여 미션을 수행하는 게임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8078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6714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조정 가능한 </a:t>
            </a:r>
            <a:r>
              <a:rPr lang="ko-KR" altLang="en-US" b="1" dirty="0" err="1" smtClean="0"/>
              <a:t>유닛</a:t>
            </a:r>
            <a:endParaRPr lang="ko-KR" alt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694709" y="2722418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함선</a:t>
            </a:r>
            <a:endParaRPr lang="en-US" altLang="ko-KR" dirty="0" smtClean="0"/>
          </a:p>
          <a:p>
            <a:r>
              <a:rPr lang="ko-KR" altLang="en-US" smtClean="0"/>
              <a:t>함재기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6640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67145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BASIC FORM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81347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</Words>
  <Application>Microsoft Office PowerPoint</Application>
  <PresentationFormat>와이드스크린</PresentationFormat>
  <Paragraphs>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X</vt:lpstr>
      <vt:lpstr>CONCEPT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Microsoft 계정</dc:creator>
  <cp:lastModifiedBy>Microsoft 계정</cp:lastModifiedBy>
  <cp:revision>4</cp:revision>
  <dcterms:created xsi:type="dcterms:W3CDTF">2020-04-08T18:31:13Z</dcterms:created>
  <dcterms:modified xsi:type="dcterms:W3CDTF">2020-04-08T18:48:46Z</dcterms:modified>
</cp:coreProperties>
</file>